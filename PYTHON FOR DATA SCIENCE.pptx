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dirty="0"/>
              <a:t>PYTHON FOR DATA SCIENCE 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PROJECT: ISL to voice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6166-5730-5C41-52EB-DF37F4C8B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-396829"/>
            <a:ext cx="10058400" cy="1311229"/>
          </a:xfrm>
        </p:spPr>
        <p:txBody>
          <a:bodyPr/>
          <a:lstStyle/>
          <a:p>
            <a:r>
              <a:rPr lang="en-US" dirty="0"/>
              <a:t>OS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66641-A5E8-991E-C90D-FB6CC7B62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93" y="990911"/>
            <a:ext cx="10058400" cy="376089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/>
              <a:t>Os.lsitdir</a:t>
            </a:r>
            <a:r>
              <a:rPr lang="en-US" dirty="0"/>
              <a:t>(file path)</a:t>
            </a:r>
          </a:p>
          <a:p>
            <a:pPr marL="0" indent="0">
              <a:buNone/>
            </a:pPr>
            <a:r>
              <a:rPr lang="en-US" dirty="0"/>
              <a:t>	this is used to show all the </a:t>
            </a:r>
            <a:r>
              <a:rPr lang="en-US" dirty="0" err="1"/>
              <a:t>conents</a:t>
            </a:r>
            <a:r>
              <a:rPr lang="en-US" dirty="0"/>
              <a:t> inside the list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3BC31-E47F-B654-E13D-68FEA8EE3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95" y="1922105"/>
            <a:ext cx="10818381" cy="507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08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133600" y="5224463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- Neil Armstrong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F9423C-BEE5-4B80-3251-B39690522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389" y="2783516"/>
            <a:ext cx="5861611" cy="34286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83A329-0452-6905-D301-3675A5967445}"/>
              </a:ext>
            </a:extLst>
          </p:cNvPr>
          <p:cNvSpPr txBox="1"/>
          <p:nvPr/>
        </p:nvSpPr>
        <p:spPr>
          <a:xfrm>
            <a:off x="373225" y="186613"/>
            <a:ext cx="70632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This is where we start using open cv</a:t>
            </a:r>
            <a:endParaRPr lang="en-IN" sz="32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0686E4-B76A-D412-68A4-5DE36FD16D4B}"/>
              </a:ext>
            </a:extLst>
          </p:cNvPr>
          <p:cNvSpPr txBox="1"/>
          <p:nvPr/>
        </p:nvSpPr>
        <p:spPr>
          <a:xfrm>
            <a:off x="811763" y="1408922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using </a:t>
            </a:r>
            <a:r>
              <a:rPr lang="en-US" dirty="0" err="1"/>
              <a:t>imread</a:t>
            </a:r>
            <a:r>
              <a:rPr lang="en-US" dirty="0"/>
              <a:t> we read the image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1923F-309B-9C63-6D3D-59B34F578A02}"/>
              </a:ext>
            </a:extLst>
          </p:cNvPr>
          <p:cNvSpPr txBox="1"/>
          <p:nvPr/>
        </p:nvSpPr>
        <p:spPr>
          <a:xfrm>
            <a:off x="811763" y="2074595"/>
            <a:ext cx="48985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/>
              <a:t>Imshow</a:t>
            </a:r>
            <a:r>
              <a:rPr lang="en-US" b="1" u="sng" dirty="0"/>
              <a:t>: </a:t>
            </a:r>
          </a:p>
          <a:p>
            <a:r>
              <a:rPr lang="en-US" dirty="0"/>
              <a:t>	it opens a window with the image that 	is opened with </a:t>
            </a:r>
            <a:r>
              <a:rPr lang="en-US" dirty="0" err="1"/>
              <a:t>imread</a:t>
            </a:r>
            <a:r>
              <a:rPr lang="en-US" dirty="0"/>
              <a:t>()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6BE722-681C-36C8-6E2B-A4BAB99A754C}"/>
              </a:ext>
            </a:extLst>
          </p:cNvPr>
          <p:cNvSpPr txBox="1"/>
          <p:nvPr/>
        </p:nvSpPr>
        <p:spPr>
          <a:xfrm>
            <a:off x="746449" y="2928158"/>
            <a:ext cx="5029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/>
              <a:t>Imwaitkey</a:t>
            </a:r>
            <a:r>
              <a:rPr lang="en-US" b="1" u="sng" dirty="0"/>
              <a:t>()</a:t>
            </a:r>
          </a:p>
          <a:p>
            <a:r>
              <a:rPr lang="en-US" dirty="0"/>
              <a:t>	</a:t>
            </a:r>
            <a:r>
              <a:rPr lang="en-US" dirty="0" err="1"/>
              <a:t>imwaitkey</a:t>
            </a:r>
            <a:r>
              <a:rPr lang="en-US" dirty="0"/>
              <a:t> is used to close the window of the image after particular seconds </a:t>
            </a:r>
          </a:p>
          <a:p>
            <a:r>
              <a:rPr lang="en-US" dirty="0"/>
              <a:t>Syntax</a:t>
            </a:r>
          </a:p>
          <a:p>
            <a:r>
              <a:rPr lang="en-US" dirty="0"/>
              <a:t>	cv2.waitKey(milliseconds)</a:t>
            </a:r>
          </a:p>
          <a:p>
            <a:r>
              <a:rPr lang="en-US" dirty="0"/>
              <a:t>So </a:t>
            </a:r>
            <a:r>
              <a:rPr lang="en-IN" dirty="0" err="1"/>
              <a:t>eg</a:t>
            </a:r>
            <a:endParaRPr lang="en-IN" dirty="0"/>
          </a:p>
          <a:p>
            <a:r>
              <a:rPr lang="en-IN" dirty="0"/>
              <a:t> cv2.waitKey(5000) means it waits 5 seconds before closing the file </a:t>
            </a:r>
          </a:p>
          <a:p>
            <a:r>
              <a:rPr lang="en-US" dirty="0"/>
              <a:t>But we use </a:t>
            </a:r>
            <a:r>
              <a:rPr lang="en-US" dirty="0" err="1"/>
              <a:t>imwaitkey</a:t>
            </a:r>
            <a:r>
              <a:rPr lang="en-US" dirty="0"/>
              <a:t>(0) </a:t>
            </a:r>
          </a:p>
          <a:p>
            <a:endParaRPr lang="en-US" dirty="0"/>
          </a:p>
          <a:p>
            <a:r>
              <a:rPr lang="en-US" dirty="0"/>
              <a:t>	it means it </a:t>
            </a:r>
            <a:r>
              <a:rPr lang="en-US" dirty="0" err="1"/>
              <a:t>waitss</a:t>
            </a:r>
            <a:r>
              <a:rPr lang="en-US" dirty="0"/>
              <a:t> forever until the user presses  key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{5FAD3D51-4028-4362-8F3C-F1E34007C17A}TFf0a5ceae-4542-492d-822e-d65a94fb0e1e3b562c5a_win32-009a0557e699</Template>
  <TotalTime>68</TotalTime>
  <Words>124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Bookman Old Style</vt:lpstr>
      <vt:lpstr>Calibri</vt:lpstr>
      <vt:lpstr>Franklin Gothic Book</vt:lpstr>
      <vt:lpstr>Custom</vt:lpstr>
      <vt:lpstr>PYTHON FOR DATA SCIENCE </vt:lpstr>
      <vt:lpstr>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Jeeson</dc:creator>
  <cp:lastModifiedBy>Joel Jeeson</cp:lastModifiedBy>
  <cp:revision>1</cp:revision>
  <dcterms:created xsi:type="dcterms:W3CDTF">2026-08-22T15:23:44Z</dcterms:created>
  <dcterms:modified xsi:type="dcterms:W3CDTF">2026-08-22T16:32:28Z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